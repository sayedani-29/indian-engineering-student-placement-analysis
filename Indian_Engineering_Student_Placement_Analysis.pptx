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48" y="1371600"/>
            <a:ext cx="7703904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Indian Engineering Student</a:t>
            </a:r>
          </a:p>
          <a:p>
            <a:r>
              <a:rPr dirty="0">
                <a:solidFill>
                  <a:schemeClr val="bg1"/>
                </a:solidFill>
              </a:rPr>
              <a:t>Placement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2C39A"/>
                </a:solidFill>
              </a:defRPr>
            </a:pPr>
            <a:r>
              <a:t>Power BI Dashboard Insights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46120"/>
            <a:ext cx="27432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299011"/>
            <a:ext cx="2091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- by </a:t>
            </a:r>
            <a:r>
              <a:rPr lang="en-GB" dirty="0" err="1" smtClean="0">
                <a:solidFill>
                  <a:schemeClr val="bg1"/>
                </a:solidFill>
              </a:rPr>
              <a:t>Sayedani</a:t>
            </a:r>
            <a:r>
              <a:rPr lang="en-GB" dirty="0" smtClean="0">
                <a:solidFill>
                  <a:schemeClr val="bg1"/>
                </a:solidFill>
              </a:rPr>
              <a:t> Shaikh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Dashboard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3657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73152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Academic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63636"/>
                </a:solidFill>
              </a:defRPr>
            </a:pPr>
            <a:r>
              <a:t>CGPA trends, backlog impact, attendance correlation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657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73152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Skills &amp;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63636"/>
                </a:solidFill>
              </a:defRPr>
            </a:pPr>
            <a:r>
              <a:t>Coding, communication, aptitude skill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80"/>
            <a:ext cx="3657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73152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Study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63636"/>
                </a:solidFill>
              </a:defRPr>
            </a:pPr>
            <a:r>
              <a:t>Study hours, work-life balance, stress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371600"/>
            <a:ext cx="3657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46320" y="1371600"/>
            <a:ext cx="73152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4630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Demographics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755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63636"/>
                </a:solidFill>
              </a:defRPr>
            </a:pPr>
            <a:r>
              <a:t>Gender, location, socioeconomic factors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377440"/>
            <a:ext cx="3657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46320" y="2377440"/>
            <a:ext cx="73152" cy="7772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2468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Branch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761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63636"/>
                </a:solidFill>
              </a:defRPr>
            </a:pPr>
            <a:r>
              <a:t>CSE, IT, ECE, ME, CE performance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6002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8090"/>
                </a:solidFill>
              </a:defRPr>
            </a:pPr>
            <a:r>
              <a:t>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Total Students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71600"/>
            <a:ext cx="182880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16002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A896"/>
                </a:solidFill>
              </a:defRPr>
            </a:pPr>
            <a:r>
              <a:t>72.5%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Overall Placement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371600"/>
            <a:ext cx="182880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59" y="16002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C39A"/>
                </a:solidFill>
              </a:defRPr>
            </a:pPr>
            <a:r>
              <a:t>7.85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Average CGPA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1371600"/>
            <a:ext cx="182880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79" y="16002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8090"/>
                </a:solidFill>
              </a:defRPr>
            </a:pPr>
            <a:r>
              <a:t>8.2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Avg Skills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761"/>
                </a:solidFill>
              </a:defRPr>
            </a:pPr>
            <a:r>
              <a:t>Key Findings:</a:t>
            </a:r>
          </a:p>
          <a:p>
            <a:pPr lvl="1">
              <a:spcAft>
                <a:spcPts val="600"/>
              </a:spcAft>
              <a:defRPr sz="1300">
                <a:solidFill>
                  <a:srgbClr val="363636"/>
                </a:solidFill>
              </a:defRPr>
            </a:pPr>
            <a:r>
              <a:t>CSE and IT branches show 15% higher placement rates compared to traditional engineering</a:t>
            </a:r>
          </a:p>
          <a:p>
            <a:pPr lvl="1">
              <a:spcAft>
                <a:spcPts val="600"/>
              </a:spcAft>
              <a:defRPr sz="1300">
                <a:solidFill>
                  <a:srgbClr val="363636"/>
                </a:solidFill>
              </a:defRPr>
            </a:pPr>
            <a:r>
              <a:t>Students with 3+ internships have 85% placement success rate</a:t>
            </a:r>
          </a:p>
          <a:p>
            <a:pPr lvl="1">
              <a:spcAft>
                <a:spcPts val="600"/>
              </a:spcAft>
              <a:defRPr sz="1300">
                <a:solidFill>
                  <a:srgbClr val="363636"/>
                </a:solidFill>
              </a:defRPr>
            </a:pPr>
            <a:r>
              <a:t>CGPA above 8.0 correlates with 90% placement probability</a:t>
            </a:r>
          </a:p>
          <a:p>
            <a:pPr lvl="1">
              <a:spcAft>
                <a:spcPts val="600"/>
              </a:spcAft>
              <a:defRPr sz="1300">
                <a:solidFill>
                  <a:srgbClr val="363636"/>
                </a:solidFill>
              </a:defRPr>
            </a:pPr>
            <a:r>
              <a:t>Coding and communication skills are the strongest predictors of placement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Academic Performance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52143"/>
            <a:ext cx="393192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090"/>
                </a:solidFill>
              </a:defRPr>
            </a:pPr>
            <a:r>
              <a:t>CGPA Distribution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CGPA 9-10: 92% Placement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67127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CGPA 8-9: 85% Placement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59735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CGPA 7-8: 68% Placement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52343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CGPA 6-7: 45% Placement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44951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69056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Key Insight: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94086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Every 1.0 increase in CGPA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92339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correlates with ~20% higher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30087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placement probability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175832"/>
            <a:ext cx="36576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96"/>
                </a:solidFill>
              </a:defRPr>
            </a:pPr>
            <a:r>
              <a:t>Backlogs &amp; Attendance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74519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No Backlogs: 78% placed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67127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1-2 Backlogs: 52% placed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459735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3+ Backlogs: 28% placed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752343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2687087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Attendance &gt;80%: 82% placed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07997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Attendance 60-80%: 65% placed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3929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Attendance &lt;60%: 38% placed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014215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0" y="380138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Maintain 75%+ attendance 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988851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clear backlogs early for best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76739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placement 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470343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Recommendation: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Skills &amp; Development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2286000" cy="1188720"/>
          </a:xfrm>
          <a:prstGeom prst="rect">
            <a:avLst/>
          </a:prstGeom>
          <a:solidFill>
            <a:srgbClr val="F5F5F5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Coding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4-5 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88% Placed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80160"/>
            <a:ext cx="2286000" cy="1188720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1417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7830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4-5 Rating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031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84% Placed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280160"/>
            <a:ext cx="2286000" cy="1188720"/>
          </a:xfrm>
          <a:prstGeom prst="rect">
            <a:avLst/>
          </a:prstGeom>
          <a:solidFill>
            <a:srgbClr val="F5F5F5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417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</a:defRPr>
            </a:pPr>
            <a:r>
              <a:t>Aptitude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7830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63636"/>
                </a:solidFill>
              </a:defRPr>
            </a:pPr>
            <a:r>
              <a:t>4-5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1031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79% Placed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786384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92608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761"/>
                </a:solidFill>
              </a:defRPr>
            </a:pPr>
            <a:r>
              <a:t>Practical Experience &amp;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29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• Projects (5+ completed): 86% placed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• Internships (3+): 89% placed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690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• Hackathons (4+ participated): 82% placed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429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• Certifications (5+): 80% placed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7490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• Extracurricular (High): 76% placed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06907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63636"/>
                </a:solidFill>
              </a:defRPr>
            </a:pPr>
            <a:r>
              <a:t>• Combined excellence: 95% placed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Branch-wise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Placement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Avg CGPA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Avg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rPr dirty="0"/>
              <a:t>CSE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916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916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8.2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916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4.5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945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79%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945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945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4.3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974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</a:defRPr>
            </a:pPr>
            <a:r>
              <a:t>ECE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974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68%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974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7.7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69748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3.8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004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85042"/>
                </a:solidFill>
              </a:defRPr>
            </a:pPr>
            <a:r>
              <a:t>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004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64%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2004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7.6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2004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3.5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D2E46"/>
                </a:solidFill>
              </a:defRPr>
            </a:pPr>
            <a:r>
              <a:t>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033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61%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7033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7.5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7033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63636"/>
                </a:solidFill>
              </a:defRPr>
            </a:pPr>
            <a:r>
              <a:t>3.4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835" y="3749039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090"/>
                </a:solidFill>
              </a:defRPr>
            </a:pPr>
            <a:r>
              <a:rPr dirty="0"/>
              <a:t>Key Insights:</a:t>
            </a:r>
          </a:p>
          <a:p>
            <a:pPr lvl="1">
              <a:spcAft>
                <a:spcPts val="600"/>
              </a:spcAft>
              <a:defRPr sz="1300">
                <a:solidFill>
                  <a:srgbClr val="363636"/>
                </a:solidFill>
              </a:defRPr>
            </a:pPr>
            <a:r>
              <a:rPr dirty="0"/>
              <a:t>CSE and IT branches consistently outperform with 20% higher placement rates</a:t>
            </a:r>
          </a:p>
          <a:p>
            <a:pPr lvl="1">
              <a:spcAft>
                <a:spcPts val="600"/>
              </a:spcAft>
              <a:defRPr sz="1300">
                <a:solidFill>
                  <a:srgbClr val="363636"/>
                </a:solidFill>
              </a:defRPr>
            </a:pPr>
            <a:r>
              <a:rPr dirty="0"/>
              <a:t>Core branches (ME, CE) benefit significantly from additional certifications and projects</a:t>
            </a:r>
          </a:p>
          <a:p>
            <a:pPr lvl="1">
              <a:spcAft>
                <a:spcPts val="600"/>
              </a:spcAft>
              <a:defRPr sz="1300">
                <a:solidFill>
                  <a:srgbClr val="363636"/>
                </a:solidFill>
              </a:defRPr>
            </a:pPr>
            <a:r>
              <a:rPr dirty="0"/>
              <a:t>ECE shows balanced performance with strong aptitude and communication skills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447" y="365760"/>
            <a:ext cx="886710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2761"/>
                </a:solidFill>
              </a:defRPr>
            </a:pPr>
            <a:r>
              <a:rPr dirty="0"/>
              <a:t>Demographics &amp; Socioeconomic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170431"/>
            <a:ext cx="393192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090"/>
                </a:solidFill>
              </a:defRPr>
            </a:pPr>
            <a:r>
              <a:rPr dirty="0"/>
              <a:t>Gender &amp; Location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3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Gender Distribution: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55647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Male: 65% of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7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Female: 35% of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199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49423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Placement by Gender: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05455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Male: 71% placement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79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Female: 75% placement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59351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85515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City Tier Impact: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570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Tier 1: 76% placed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36063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Tier 2: 72% placed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0947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  Tier 3: 68% placed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188720"/>
            <a:ext cx="365760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188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96"/>
                </a:solidFill>
              </a:defRPr>
            </a:pPr>
            <a:r>
              <a:rPr dirty="0"/>
              <a:t>Socioeconomic Factors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482989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Family Income Impact: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663377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High: 77% placed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899457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Medium: 73% placed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66543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Low: 69% placed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017519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2326314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Internet Access: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624327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Yes: 74% placed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941042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  No: 52% placed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233671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326149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dirty="0"/>
              <a:t>Key Finding: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59511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strongest socioeconomic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770235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correlation with placement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56782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rPr dirty="0"/>
              <a:t>Digital access shows the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3657600" cy="3291840"/>
          </a:xfrm>
          <a:prstGeom prst="rect">
            <a:avLst/>
          </a:prstGeom>
          <a:solidFill>
            <a:srgbClr val="F5F5F5"/>
          </a:solidFill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28090"/>
                </a:solidFill>
              </a:defRPr>
            </a:pPr>
            <a:r>
              <a:t>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Maintain CGPA above 7.5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Complete 3+ internships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712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Build 5+ projects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Develop coding &amp; communication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Participate in 4+ hackathons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188720"/>
            <a:ext cx="3657600" cy="3291840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A896"/>
                </a:solidFill>
              </a:defRPr>
            </a:pPr>
            <a:r>
              <a:t>For Institutions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Enhance practical training programs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957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Establish industry partnerships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8712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Provide skill development workshops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3467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Improve digital infrastructure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2219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63636"/>
                </a:solidFill>
              </a:defRPr>
            </a:pPr>
            <a:r>
              <a:t>• Focus on core branch placement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795698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GB" dirty="0" smtClean="0"/>
              <a:t>    </a:t>
            </a:r>
            <a:r>
              <a:rPr dirty="0" smtClean="0"/>
              <a:t>Data-Driven </a:t>
            </a:r>
            <a:r>
              <a:rPr dirty="0"/>
              <a:t>Insights for</a:t>
            </a:r>
          </a:p>
          <a:p>
            <a:pPr algn="ctr"/>
            <a:r>
              <a:rPr dirty="0">
                <a:solidFill>
                  <a:schemeClr val="bg1"/>
                </a:solidFill>
              </a:rPr>
              <a:t>Better Placement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6400800" cy="1645920"/>
          </a:xfrm>
          <a:prstGeom prst="rect">
            <a:avLst/>
          </a:prstGeom>
          <a:solidFill>
            <a:srgbClr val="28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4480" y="260604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This analysis reveals that placement success is driven by a combination of academic excellence (CGPA &gt;7.5), practical experience (internships &amp; projects), strong technical and soft skills, and access to digital resources. Strategic focus on these factors can significantly improve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2C39A"/>
                </a:solidFill>
              </a:defRPr>
            </a:pPr>
            <a:r>
              <a:t>Power BI Dashboard | Indian Engineering Student Placement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635</Words>
  <Application>Microsoft Office PowerPoint</Application>
  <PresentationFormat>On-screen Show (16:9)</PresentationFormat>
  <Paragraphs>137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2026-02-16T09:04:41Z</dcterms:modified>
  <cp:category/>
</cp:coreProperties>
</file>